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Bike Demand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Excel Dashboard Project | Akash Srivastava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bike rental demand patterns</a:t>
            </a:r>
          </a:p>
          <a:p>
            <a:r>
              <a:t>Identify factors affecting demand</a:t>
            </a:r>
          </a:p>
          <a:p>
            <a:r>
              <a:t>Support better operational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Includes date, hour, weather, demand</a:t>
            </a:r>
          </a:p>
          <a:p>
            <a:r>
              <a:t>Casual and registered users data</a:t>
            </a:r>
          </a:p>
          <a:p>
            <a:r>
              <a:t>Derived metrics: demand variation, indices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cleaning and formatting</a:t>
            </a:r>
          </a:p>
          <a:p>
            <a:r>
              <a:t>Handled missing values</a:t>
            </a:r>
          </a:p>
          <a:p>
            <a:r>
              <a:t>Merged multiple datasets into Append sheet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Microsoft Excel</a:t>
            </a:r>
          </a:p>
          <a:p>
            <a:r>
              <a:t>Pivot Tables &amp; Charts</a:t>
            </a:r>
          </a:p>
          <a:p>
            <a:r>
              <a:t>Power Query</a:t>
            </a:r>
          </a:p>
          <a:p>
            <a:r>
              <a:t>Formulas: IF, MATCH, STDEV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Excel dashboard</a:t>
            </a:r>
          </a:p>
          <a:p>
            <a:r>
              <a:t>Multiple visualizations</a:t>
            </a:r>
          </a:p>
          <a:p>
            <a:r>
              <a:t>Slicers for filtering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Demand</a:t>
            </a:r>
          </a:p>
          <a:p>
            <a:r>
              <a:t>Average Demand</a:t>
            </a:r>
          </a:p>
          <a:p>
            <a:r>
              <a:t>Maximum Demand</a:t>
            </a:r>
          </a:p>
          <a:p>
            <a:r>
              <a:t>Demand Variation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Demand by Weather</a:t>
            </a:r>
          </a:p>
          <a:p>
            <a:r>
              <a:t>Demand by Time (Hourly)</a:t>
            </a:r>
          </a:p>
          <a:p>
            <a:r>
              <a:t>Weekday vs Weekend comparison</a:t>
            </a:r>
          </a:p>
          <a:p>
            <a:r>
              <a:t>Casual vs Registered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demand on weekends</a:t>
            </a:r>
          </a:p>
          <a:p>
            <a:r>
              <a:t>Clear weather increases usage</a:t>
            </a:r>
          </a:p>
          <a:p>
            <a:r>
              <a:t>Peak demand during working hours</a:t>
            </a:r>
          </a:p>
          <a:p>
            <a:r>
              <a:t>Registered users dominate total demand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bike allocation planning</a:t>
            </a:r>
          </a:p>
          <a:p>
            <a:r>
              <a:t>Improved customer satisfaction</a:t>
            </a:r>
          </a:p>
          <a:p>
            <a:r>
              <a:t>Efficient resource utilization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helps in understanding user behavior</a:t>
            </a:r>
          </a:p>
          <a:p>
            <a:r>
              <a:t>Dashboard enables quick decision making</a:t>
            </a:r>
          </a:p>
          <a:p>
            <a:r>
              <a:t>Useful for future demand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predictive modeling</a:t>
            </a:r>
          </a:p>
          <a:p>
            <a:r>
              <a:t>Integrate real-time data</a:t>
            </a:r>
          </a:p>
          <a:p>
            <a:r>
              <a:t>Enhance dashboard interactivity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